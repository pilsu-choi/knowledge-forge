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Knowledge Forge Sample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This is a short body paragraph used to exercise the PPTX parser.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914400" y="914400"/>
          <a:ext cx="3657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</a:tblGrid>
              <a:tr h="685800">
                <a:tc>
                  <a:txBody>
                    <a:bodyPr/>
                    <a:lstStyle/>
                    <a:p>
                      <a: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Role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t>Ada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Engineer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1828800" cy="1371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